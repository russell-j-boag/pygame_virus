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7920038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959" autoAdjust="0"/>
    <p:restoredTop sz="88579" autoAdjust="0"/>
  </p:normalViewPr>
  <p:slideViewPr>
    <p:cSldViewPr snapToGrid="0" snapToObjects="1">
      <p:cViewPr varScale="1">
        <p:scale>
          <a:sx n="75" d="100"/>
          <a:sy n="75" d="100"/>
        </p:scale>
        <p:origin x="176" y="7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6ECE5-B74B-C54C-8A99-E008FCE2768B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2513" y="1143000"/>
            <a:ext cx="4752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75D40-F349-FD46-B89B-5BFBCBE51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6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response buttons callout box down and to the right (DONE)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63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some parts of this study you will be assisted by an Automated Decision Aid. It may appear…” (DONE)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03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automation will recommend a classification (either BLACK or WHITE) for each sample” (DONE)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30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this example, the automated decision aid is recommending that you classify the sample as V-BLACK”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4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“In this example, the automated decision aid is recommending that you classify the sample as V-WHITE” (DONE)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17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29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color of ##### to WHITE for just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5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“and automation advice errors may be relatively common” (DONE)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47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“and automation advice errors may be relatively </a:t>
            </a:r>
            <a:r>
              <a:rPr lang="en-US"/>
              <a:t>common” (DONE)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75D40-F349-FD46-B89B-5BFBCBE5101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00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1_virus_detection_tas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2_task_displa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3_example_task_display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4_example_task_display_response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5_example_task_display_progres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6_automated_decision_ai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7_automation_example_intro_black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8_automation_example_classification_black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09_automation_example_black_example_black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10_automation_example_white_example_whit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11_two_decisions_per_samp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12_example_trial_sequenc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13_aid_timi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14_performa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instruction_screenshots/015_instructions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1_participant_numb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2_b00_practice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3_b00_practice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4_b00_practice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5_b00_practice_trial_01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6_b00_practice_trial_02_masked_aid_pre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7_b00_practice_trial_03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8_b00_practice_trial_04_decision1_stimulus_onl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09_b00_practice_trial_05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0_b00_practice_trial_06_decision2_masked_placehold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1_b00_practice_trial_07_feedback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2_b00_practice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3_b01_manual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4_b01_manual_block_instruction_0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5_b01_manual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6_b01_manual_trial_01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7_b01_manual_trial_02_masked_aid_pre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8_b01_manual_trial_03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19_b01_manual_trial_04_decision1_stimulus_onl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0_b01_manual_trial_05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1_b01_manual_trial_06_decision2_masked_placehold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2_b01_manual_trial_07_feedback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3_b01_manual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4_b01_manual_postblock_slider_01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5_b02_aidfirst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6_b02_aidfirst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7_b02_aidfirst_block_instruction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8_b02_aidfirst_block_instruction_0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29_b02_aidfirst_block_instruction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0_b02_aidfirst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1_b02_aidfirst_trial_01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2_b02_aidfirst_trial_02_aid_pre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3_b02_aidfirst_trial_03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4_b02_aidfirst_trial_04_decision1_stimulus_onl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5_b02_aidfirst_trial_05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6_b02_aidfirst_trial_06_decision2_masked_placehold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7_b02_aidfirst_trial_07_feedback_in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8_b02_aidfirst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39_b02_aidfirst_postblock_slider_01_perc_auto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0_b02_aidfirst_postblock_slider_02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1_b02_aidfirst_questionnaire_intr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2_b02_aidfirst_questionnaire_item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3_b02_aidfirst_questionnaire_item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4_b02_aidfirst_questionnaire_item_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5_b02_aidfirst_questionnaire_item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6_b02_aidfirst_questionnaire_item_0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7_b02_aidfirst_questionnaire_item_0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8_b03_stimfirst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49_b03_stimfirst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0_b03_stimfirst_block_instruction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1_b03_stimfirst_block_instruction_0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2_b03_stimfirst_block_instruction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3_b03_stimfirst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4_b03_stimfirst_trial_01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5_b03_stimfirst_trial_02_masked_aid_pre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6_b03_stimfirst_trial_03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7_b03_stimfirst_trial_04_decision1_stimulus_onl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8_b03_stimfirst_trial_05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59_b03_stimfirst_trial_06_decision2_aid_onl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0_b03_stimfirst_trial_07_feedback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1_b03_stimfirst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2_b03_stimfirst_postblock_slider_01_perc_auto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3_b03_stimfirst_postblock_slider_02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4_b03_stimfirst_questionnaire_intr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5_b03_stimfirst_questionnaire_item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6_b03_stimfirst_questionnaire_item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7_b03_stimfirst_questionnaire_item_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8_b03_stimfirst_questionnaire_item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69_b03_stimfirst_questionnaire_item_0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70_b03_stimfirst_questionnaire_item_0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aid_onset/virus_task_screenshots/071_experiment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144</Words>
  <Application>Microsoft Macintosh PowerPoint</Application>
  <PresentationFormat>Custom</PresentationFormat>
  <Paragraphs>18</Paragraphs>
  <Slides>86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Russell Boag</cp:lastModifiedBy>
  <cp:revision>10</cp:revision>
  <dcterms:created xsi:type="dcterms:W3CDTF">2026-06-23T12:25:06Z</dcterms:created>
  <dcterms:modified xsi:type="dcterms:W3CDTF">2026-06-26T00:57:39Z</dcterms:modified>
</cp:coreProperties>
</file>