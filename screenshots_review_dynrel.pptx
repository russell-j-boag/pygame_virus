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7919523" cy="5143500" type="custom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1620" userDrawn="1">
          <ns3:clr>
            <a:srgbClr val="A4A3A4"/>
          </ns3:clr>
        </ns3:guide>
        <ns3:guide id="2" pos="288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1" Type="http://schemas.openxmlformats.org/officeDocument/2006/relationships/viewProps" Target="viewProps.xml" /><Relationship Id="rId7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3" Type="http://schemas.openxmlformats.org/officeDocument/2006/relationships/tableStyles" Target="tableStyles.xml" /><Relationship Id="rId7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0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1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2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3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4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5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6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7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8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9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0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1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2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3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4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5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6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7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8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9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0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1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2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3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4.png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5.png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6.png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7.png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8.png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9.png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0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1.png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2.png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3.png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4.png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5.png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6.png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7.png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8.png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01_virus_detection_tas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02_task_displa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03_example_task_display_stimulu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04_example_task_display_key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05_example_task_display_tim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06_example_task_display_ai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07_example_task_display_progre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08_automated_decision_ai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09_automation_example_intro_bla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10_automation_example_classification_bla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11_automation_example_black_example_bla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12_automation_example_white_example_whi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13_monitoring_the_ai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14_perform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instruction_screenshots/015_instructions_comple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01_participant_numb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02_b01_cal_main_instruc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03_b01_cal_block_instruction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04_b01_cal_begin_blo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05_b01_cal_trial_fix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06_b01_cal_trial_stimulu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07_b01_cal_trial_feedback_corr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08_b01_cal_block_comple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09_b01_cal_postblock_slider_01_perc_self_corr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10_b02_man_main_instruc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11_b02_man_block_instruction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12_b02_man_block_instruction_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13_b02_man_begin_blo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14_b02_man_trial_fix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15_b02_man_trial_stimulu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16_b02_man_trial_feedback_incorr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17_b02_man_block_comple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18_b02_man_postblock_slider_01_perc_self_corr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19_b03_rel_drop_main_instruc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20_b03_rel_drop_block_instruction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21_b03_rel_drop_block_instruction_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22_b03_rel_drop_block_instruction_0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23_b03_rel_drop_block_instruction_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24_b03_rel_drop_begin_blo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25_b03_rel_drop_p1_95_trial_fix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26_b03_rel_drop_p1_95_trial_stimulu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27_b03_rel_drop_p1_95_trial_feedback_too_s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28_b03_rel_drop_p2_70_trial_fix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29_b03_rel_drop_p2_70_trial_stimulu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30_b03_rel_drop_p2_70_trial_feedback_too_s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31_b03_rel_drop_p3_95_trial_fix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32_b03_rel_drop_p3_95_trial_stimulu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33_b03_rel_drop_p3_95_trial_feedback_too_s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34_b03_rel_drop_block_comple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35_b03_rel_drop_postblock_slider_01_perc_auto_corr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36_b03_rel_drop_postblock_slider_02_perc_self_corr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37_b03_rel_drop_questionnaire_intr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38_b03_rel_drop_questionnaire_item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39_b03_rel_drop_questionnaire_item_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40_b03_rel_drop_questionnaire_item_0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41_b03_rel_drop_questionnaire_item_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42_b03_rel_drop_questionnaire_item_0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43_b03_rel_drop_questionnaire_item_0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44_b04_man_main_instruc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45_b04_man_block_instruction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46_b04_man_block_instruction_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47_b04_man_begin_blo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48_b04_man_trial_fix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49_b04_man_trial_stimulu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50_b04_man_trial_feedback_incorr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51_b04_man_block_comple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52_b04_man_postblock_slider_01_perc_self_corr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rjb779/Documents/pygame_virus_dynamic_reliability/virus_task_screenshots/053_experiment_comple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7919523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2026-06-25T23:40:32Z</dcterms:created>
  <dcterms:modified xsi:type="dcterms:W3CDTF">2026-06-25T23:40:32Z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