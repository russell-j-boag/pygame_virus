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14401800" cy="9353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707" autoAdjust="0"/>
    <p:restoredTop sz="76729" autoAdjust="0"/>
  </p:normalViewPr>
  <p:slideViewPr>
    <p:cSldViewPr snapToGrid="0" snapToObjects="1">
      <p:cViewPr varScale="1">
        <p:scale>
          <a:sx n="50" d="100"/>
          <a:sy n="50" d="100"/>
        </p:scale>
        <p:origin x="104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2BF05-B59F-C74D-887D-45106CD34DCC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143000"/>
            <a:ext cx="475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7AC7D-53A9-E945-A345-BF660764C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3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to previous slide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7AC7D-53A9-E945-A345-BF660764C6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7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WHETHER WORDING SHOULD DIFFER FROM PREVIOUS AUTOMATION BLOCK? (CONFIRMED)</a:t>
            </a:r>
          </a:p>
          <a:p>
            <a:r>
              <a:rPr lang="en-US" dirty="0"/>
              <a:t>CHECK BETWEEN-SUBJECTS RELIABILITY WORDING DIFFERS CORRECTLY. </a:t>
            </a:r>
            <a:r>
              <a:rPr lang="en-US"/>
              <a:t>(CONFIRMED)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7AC7D-53A9-E945-A345-BF660764C62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80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1_virus_detection_tas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2_task_displa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3_example_task_display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4_example_task_display_key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5_example_task_display_tim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6_example_task_display_deadline_3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7_example_task_display_deadline_1_5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8_example_task_display_ai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09_example_task_display_progres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0_automated_decision_ai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1_automation_example_intro_bla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2_automation_example_classification_bla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3_automation_example_black_example_bla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4_automation_example_white_example_whi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5_performa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instruction_screenshots/016_instructions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1_participant_numb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2_b01_cal_lp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3_b01_cal_lp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4_b01_cal_lp_block_instruction_02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5_b01_cal_lp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6_b01_cal_lp_trial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7_b01_cal_lp_trial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8_b01_cal_lp_trial_feedback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09_b01_cal_lp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0_b01_cal_lp_postblock_slider_01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1_b02_m_hp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2_b02_m_hp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3_b02_m_hp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4_b02_m_hp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5_b02_m_hp_trial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6_b02_m_hp_trial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7_b02_m_hp_trial_feedback_in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8_b02_m_hp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19_b02_m_hp_postblock_slider_01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0_b03_a_hp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1_b03_a_hp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2_b03_a_hp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3_b03_a_hp_block_instruction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4_b03_a_hp_block_instruction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5_b03_a_hp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6_b03_a_hp_trial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7_b03_a_hp_trial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8_b03_a_hp_trial_feedback_too_slo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29_b03_a_hp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0_b03_a_hp_postblock_slider_01_perc_auto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1_b03_a_hp_postblock_slider_02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2_b03_a_hp_questionnaire_intr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3_b03_a_hp_questionnaire_item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4_b03_a_hp_questionnaire_item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5_b03_a_hp_questionnaire_item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6_b03_a_hp_questionnaire_item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7_b03_a_hp_questionnaire_item_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8_b03_a_hp_questionnaire_item_0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39_b04_a_lp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0_b04_a_lp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1_b04_a_lp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2_b04_a_lp_block_instruction_03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3_b04_a_lp_block_instruction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4_b04_a_lp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5_b04_a_lp_trial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6_b04_a_lp_trial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7_b04_a_lp_trial_feedback_in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8_b04_a_lp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49_b04_a_lp_postblock_slider_01_perc_auto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0_b04_a_lp_postblock_slider_02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1_b04_a_lp_questionnaire_intr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2_b04_a_lp_questionnaire_item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3_b04_a_lp_questionnaire_item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4_b04_a_lp_questionnaire_item_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5_b04_a_lp_questionnaire_item_0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6_b04_a_lp_questionnaire_item_0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7_b04_a_lp_questionnaire_item_0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8_b05_m_lp_main_instruc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59_b05_m_lp_block_instruction_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0_b05_m_lp_block_instruction_0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1_b05_m_lp_begin_bloc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2_b05_m_lp_trial_fix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3_b05_m_lp_trial_stimulu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4_b05_m_lp_trial_feedback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5_b05_m_lp_block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6_b05_m_lp_postblock_slider_01_perc_self_correc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Users/rjb779/Documents/pygame_virus_time_pressure/virus_task_screenshots/067_experiment_comple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4401800" cy="935355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32</Words>
  <Application>Microsoft Macintosh PowerPoint</Application>
  <PresentationFormat>Custom</PresentationFormat>
  <Paragraphs>5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Russell Boag</cp:lastModifiedBy>
  <cp:revision>5</cp:revision>
  <dcterms:created xsi:type="dcterms:W3CDTF">2026-06-22T06:15:07Z</dcterms:created>
  <dcterms:modified xsi:type="dcterms:W3CDTF">2026-06-25T06:46:16Z</dcterms:modified>
</cp:coreProperties>
</file>